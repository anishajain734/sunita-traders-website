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slide" Target="slide5.xml"/><Relationship Id="rId5" Type="http://schemas.openxmlformats.org/officeDocument/2006/relationships/slide" Target="slide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3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32004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5544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A227"/>
                </a:solidFill>
                <a:latin typeface="Calibri"/>
              </a:defRPr>
            </a:pPr>
            <a:r>
              <a:t>TRIPOLIA BAZAR  •  JAIPUR  •  SINCE 1970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SUNITA TRADERS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9CE7A"/>
                </a:solidFill>
                <a:latin typeface="Calibri"/>
              </a:defRPr>
            </a:pPr>
            <a:r>
              <a:t>Premium Carpets &amp; Door Mats — Retail 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0" y="3383280"/>
            <a:ext cx="941832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31 Carpet Designs  •  14 Door Mat Designs  •  Ready Stock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9CE7A"/>
                </a:solidFill>
                <a:latin typeface="Calibri"/>
              </a:defRPr>
            </a:pPr>
            <a:r>
              <a:t>📞 +91 7976943373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3E6C8"/>
                </a:solidFill>
                <a:latin typeface="Calibri"/>
              </a:defRPr>
            </a:pPr>
            <a:r>
              <a:t>Shop No. 228, Badi Choupad, Tripolia Bazar, Biseswarji, Jaipur 302002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A227"/>
                </a:solidFill>
                <a:latin typeface="Calibri"/>
              </a:defRPr>
            </a:pPr>
            <a:r>
              <a:t>Best Price  •  Genuine Quality  •  All-India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9CE7A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0E0E"/>
                </a:solidFill>
                <a:latin typeface="Calibri"/>
              </a:defRPr>
            </a:pPr>
            <a:r>
              <a:t>ABOUT THE 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A0E0E"/>
                </a:solidFill>
                <a:latin typeface="Calibri"/>
              </a:defRPr>
            </a:pPr>
            <a:r>
              <a:t>A neighbourhood store with event-grade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0E0E"/>
                </a:solidFill>
                <a:latin typeface="Calibri"/>
              </a:defRPr>
            </a:pPr>
            <a:r>
              <a:t>•  Serving customers since 1970, delivering all over India</a:t>
            </a:r>
            <a:br/>
            <a:r>
              <a:t>•  Wedding / event red carpets &amp; designer prints</a:t>
            </a:r>
            <a:br/>
            <a:r>
              <a:t>•  Home carpets, floral &amp; modern weaves</a:t>
            </a:r>
            <a:br/>
            <a:r>
              <a:t>•  Anti-skid, washable door mats</a:t>
            </a:r>
            <a:br/>
            <a:r>
              <a:t>•  Bulk orders: weddings, hotels, offices</a:t>
            </a:r>
            <a:br/>
            <a:r>
              <a:t>•  WhatsApp your SKU screenshot to +91 7976943373</a:t>
            </a:r>
            <a:br/>
            <a:br/>
            <a:r>
              <a:t>Open Daily: 9 AM – 9 PM</a:t>
            </a:r>
          </a:p>
        </p:txBody>
      </p:sp>
      <p:pic>
        <p:nvPicPr>
          <p:cNvPr id="5" name="Picture 4" descr="carpet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54480"/>
            <a:ext cx="2331720" cy="2651760"/>
          </a:xfrm>
          <a:prstGeom prst="rect">
            <a:avLst/>
          </a:prstGeom>
        </p:spPr>
      </p:pic>
      <p:pic>
        <p:nvPicPr>
          <p:cNvPr id="6" name="Picture 5" descr="doormat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554480"/>
            <a:ext cx="233172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434340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0E0E"/>
                </a:solidFill>
                <a:latin typeface="Calibri"/>
              </a:defRPr>
            </a:pPr>
            <a:r>
              <a:t>Real ready-stock photos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6259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0E0E"/>
                </a:solidFill>
                <a:latin typeface="Calibri"/>
              </a:defRPr>
            </a:pPr>
            <a:r>
              <a:t>HOW TO ORDER ON WHATSAPP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A0E0E"/>
                </a:solidFill>
                <a:latin typeface="Calibri"/>
              </a:defRPr>
            </a:pPr>
            <a:r>
              <a:t>3 easy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0E0E"/>
                </a:solidFill>
                <a:latin typeface="Calibri"/>
              </a:defRPr>
            </a:pPr>
            <a:r>
              <a:t>1.   Choose a category — Carpets or Door Mats (next slide: tap a button to jump)</a:t>
            </a:r>
            <a:br/>
            <a:r>
              <a:t>2.   Note the design code — e.g. ST-C07 or ST-D03</a:t>
            </a:r>
            <a:br/>
            <a:r>
              <a:t>3.   Send it on WhatsApp to +91 7976943373 — get price &amp; delivery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0E0E"/>
                </a:solidFill>
                <a:latin typeface="Calibri"/>
              </a:defRPr>
            </a:pPr>
            <a:r>
              <a:t>Jaipur same / next-day  •  All-India by transport / courier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6259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0E0E"/>
                </a:solidFill>
                <a:latin typeface="Calibri"/>
              </a:defRPr>
            </a:pPr>
            <a:r>
              <a:t>FULL CATALOGUE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A0E0E"/>
                </a:solidFill>
                <a:latin typeface="Calibri"/>
              </a:defRPr>
            </a:pPr>
            <a:r>
              <a:t>Choose a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0E0E"/>
                </a:solidFill>
                <a:latin typeface="Calibri"/>
              </a:defRPr>
            </a:pPr>
            <a:r>
              <a:t>Tap a button — that section opens. (Links work in Slide Show ▶)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19"/>
            <a:ext cx="539496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rpet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493776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297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A0E0E"/>
                </a:solidFill>
                <a:latin typeface="Calibri"/>
              </a:defRPr>
            </a:pPr>
            <a:r>
              <a:t>Carpets — 31 Designs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0E0E"/>
                </a:solidFill>
                <a:latin typeface="Calibri"/>
              </a:defRPr>
            </a:pPr>
            <a:r>
              <a:t>Wedding • Home • Event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120640"/>
            <a:ext cx="2560320" cy="548640"/>
          </a:xfrm>
          <a:prstGeom prst="roundRect">
            <a:avLst/>
          </a:prstGeom>
          <a:solidFill>
            <a:srgbClr val="4A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9CE7A"/>
                </a:solidFill>
                <a:latin typeface="Calibri"/>
                <a:hlinkClick r:id="rId4" action="ppaction://hlinksldjump"/>
              </a:rPr>
              <a:t>Open Carpets  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82512" y="1874519"/>
            <a:ext cx="539496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ormat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103120"/>
            <a:ext cx="4937760" cy="2103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11112" y="4297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A0E0E"/>
                </a:solidFill>
                <a:latin typeface="Calibri"/>
              </a:defRPr>
            </a:pPr>
            <a:r>
              <a:t>Door Mats — 14 Designs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4709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0E0E"/>
                </a:solidFill>
                <a:latin typeface="Calibri"/>
              </a:defRPr>
            </a:pPr>
            <a:r>
              <a:t>Anti-skid • Washable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9832" y="5120640"/>
            <a:ext cx="2560320" cy="548640"/>
          </a:xfrm>
          <a:prstGeom prst="roundRect">
            <a:avLst/>
          </a:prstGeom>
          <a:solidFill>
            <a:srgbClr val="4A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9CE7A"/>
                </a:solidFill>
                <a:latin typeface="Calibri"/>
                <a:hlinkClick r:id="rId5" action="ppaction://hlinksldjump"/>
              </a:rPr>
              <a:t>Open Door Mats 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6259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50292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  <a:latin typeface="Calibri"/>
              </a:defRPr>
            </a:pPr>
            <a:r>
              <a:t>FULL CATALOGUE — CATEGORY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CARPETS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2971800"/>
            <a:ext cx="941832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9CE7A"/>
                </a:solidFill>
                <a:latin typeface="Calibri"/>
              </a:defRPr>
            </a:pPr>
            <a:r>
              <a:t>31 Designs  •  Wedding / Home / Event  •  Trusted since 1970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3E6C8"/>
                </a:solidFill>
                <a:latin typeface="Calibri"/>
              </a:defRPr>
            </a:pPr>
            <a:r>
              <a:t>Screenshot lekar WhatsApp par bhejein — price turant milega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9CE7A"/>
                </a:solidFill>
                <a:latin typeface="Calibri"/>
                <a:hlinkClick r:id="rId3" action="ppaction://hlinksldjump"/>
              </a:rPr>
              <a:t>← Back to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9CE7A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0E0E"/>
                </a:solidFill>
                <a:latin typeface="Calibri"/>
              </a:defRPr>
            </a:pPr>
            <a:r>
              <a:t>Carpets  (1–4 of 31)</a:t>
            </a:r>
          </a:p>
        </p:txBody>
      </p:sp>
      <p:pic>
        <p:nvPicPr>
          <p:cNvPr id="3" name="Picture 2" descr="carpet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5404104" cy="2240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ST-C-01   •   Carpet   •   +91 7976943373</a:t>
            </a:r>
          </a:p>
        </p:txBody>
      </p:sp>
      <p:pic>
        <p:nvPicPr>
          <p:cNvPr id="5" name="Picture 4" descr="carpet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868680"/>
            <a:ext cx="5404104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7648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ST-C-02   •   Carpet   •   +91 7976943373</a:t>
            </a:r>
          </a:p>
        </p:txBody>
      </p:sp>
      <p:pic>
        <p:nvPicPr>
          <p:cNvPr id="7" name="Picture 6" descr="carpet-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404104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ST-C-03   •   Carpet   •   +91 7976943373</a:t>
            </a:r>
          </a:p>
        </p:txBody>
      </p:sp>
      <p:pic>
        <p:nvPicPr>
          <p:cNvPr id="9" name="Picture 8" descr="carpet-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657600"/>
            <a:ext cx="5404104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7648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ST-C-04   •   Carpet   •   +91 7976943373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6259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0E0E"/>
                </a:solidFill>
                <a:latin typeface="Calibri"/>
              </a:defRPr>
            </a:pPr>
            <a:r>
              <a:t>Carpets  (5–8 of 31)</a:t>
            </a:r>
          </a:p>
        </p:txBody>
      </p:sp>
      <p:pic>
        <p:nvPicPr>
          <p:cNvPr id="3" name="Picture 2" descr="carpet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5404104" cy="2240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ST-C-05   •   Carpet   •   +91 7976943373</a:t>
            </a:r>
          </a:p>
        </p:txBody>
      </p:sp>
      <p:pic>
        <p:nvPicPr>
          <p:cNvPr id="5" name="Picture 4" descr="carpet-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868680"/>
            <a:ext cx="5404104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7648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ST-C-06   •   Carpet   •   +91 7976943373</a:t>
            </a:r>
          </a:p>
        </p:txBody>
      </p:sp>
      <p:pic>
        <p:nvPicPr>
          <p:cNvPr id="7" name="Picture 6" descr="carpet-0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404104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ST-C-07   •   Carpet   •   +91 7976943373</a:t>
            </a:r>
          </a:p>
        </p:txBody>
      </p:sp>
      <p:pic>
        <p:nvPicPr>
          <p:cNvPr id="9" name="Picture 8" descr="carpet-0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657600"/>
            <a:ext cx="5404104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7648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ST-C-08   •   Carpet   •   +91 7976943373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6259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0E0E"/>
                </a:solidFill>
                <a:latin typeface="Calibri"/>
              </a:defRPr>
            </a:pPr>
            <a:r>
              <a:t>Carpets  (9–12 of 31)</a:t>
            </a:r>
          </a:p>
        </p:txBody>
      </p:sp>
      <p:pic>
        <p:nvPicPr>
          <p:cNvPr id="3" name="Picture 2" descr="carpet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5404104" cy="2240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ST-C-09   •   Carpet   •   +91 7976943373</a:t>
            </a:r>
          </a:p>
        </p:txBody>
      </p:sp>
      <p:pic>
        <p:nvPicPr>
          <p:cNvPr id="5" name="Picture 4" descr="carpet-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868680"/>
            <a:ext cx="5404104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7648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ST-C-10   •   Carpet   •   +91 7976943373</a:t>
            </a:r>
          </a:p>
        </p:txBody>
      </p:sp>
      <p:pic>
        <p:nvPicPr>
          <p:cNvPr id="7" name="Picture 6" descr="carpet-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404104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ST-C-11   •   Carpet   •   +91 7976943373</a:t>
            </a:r>
          </a:p>
        </p:txBody>
      </p:sp>
      <p:pic>
        <p:nvPicPr>
          <p:cNvPr id="9" name="Picture 8" descr="carpet-1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657600"/>
            <a:ext cx="5404104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7648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ST-C-12   •   Carpet   •   +91 7976943373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6259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0E0E"/>
                </a:solidFill>
                <a:latin typeface="Calibri"/>
              </a:defRPr>
            </a:pPr>
            <a:r>
              <a:t>Carpets  (13–16 of 31)</a:t>
            </a:r>
          </a:p>
        </p:txBody>
      </p:sp>
      <p:pic>
        <p:nvPicPr>
          <p:cNvPr id="3" name="Picture 2" descr="carpet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5404104" cy="2240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ST-C-13   •   Carpet   •   +91 7976943373</a:t>
            </a:r>
          </a:p>
        </p:txBody>
      </p:sp>
      <p:pic>
        <p:nvPicPr>
          <p:cNvPr id="5" name="Picture 4" descr="carpet-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868680"/>
            <a:ext cx="5404104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7648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ST-C-14   •   Carpet   •   +91 7976943373</a:t>
            </a:r>
          </a:p>
        </p:txBody>
      </p:sp>
      <p:pic>
        <p:nvPicPr>
          <p:cNvPr id="7" name="Picture 6" descr="carpet-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404104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ST-C-15   •   Carpet   •   +91 7976943373</a:t>
            </a:r>
          </a:p>
        </p:txBody>
      </p:sp>
      <p:pic>
        <p:nvPicPr>
          <p:cNvPr id="9" name="Picture 8" descr="carpet-1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657600"/>
            <a:ext cx="5404104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7648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ST-C-16   •   Carpet   •   +91 7976943373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6259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0E0E"/>
                </a:solidFill>
                <a:latin typeface="Calibri"/>
              </a:defRPr>
            </a:pPr>
            <a:r>
              <a:t>Carpets  (17–20 of 31)</a:t>
            </a:r>
          </a:p>
        </p:txBody>
      </p:sp>
      <p:pic>
        <p:nvPicPr>
          <p:cNvPr id="3" name="Picture 2" descr="carpet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5404104" cy="2240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ST-C-17   •   Carpet   •   +91 7976943373</a:t>
            </a:r>
          </a:p>
        </p:txBody>
      </p:sp>
      <p:pic>
        <p:nvPicPr>
          <p:cNvPr id="5" name="Picture 4" descr="carpet-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868680"/>
            <a:ext cx="5404104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7648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ST-C-18   •   Carpet   •   +91 7976943373</a:t>
            </a:r>
          </a:p>
        </p:txBody>
      </p:sp>
      <p:pic>
        <p:nvPicPr>
          <p:cNvPr id="7" name="Picture 6" descr="carpet-1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404104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ST-C-19   •   Carpet   •   +91 7976943373</a:t>
            </a:r>
          </a:p>
        </p:txBody>
      </p:sp>
      <p:pic>
        <p:nvPicPr>
          <p:cNvPr id="9" name="Picture 8" descr="carpet-2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657600"/>
            <a:ext cx="5404104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7648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ST-C-20   •   Carpet   •   +91 7976943373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6259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0E0E"/>
                </a:solidFill>
                <a:latin typeface="Calibri"/>
              </a:defRPr>
            </a:pPr>
            <a:r>
              <a:t>Carpets  (21–24 of 31)</a:t>
            </a:r>
          </a:p>
        </p:txBody>
      </p:sp>
      <p:pic>
        <p:nvPicPr>
          <p:cNvPr id="3" name="Picture 2" descr="carpet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5404104" cy="2240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ST-C-21   •   Carpet   •   +91 7976943373</a:t>
            </a:r>
          </a:p>
        </p:txBody>
      </p:sp>
      <p:pic>
        <p:nvPicPr>
          <p:cNvPr id="5" name="Picture 4" descr="carpet-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868680"/>
            <a:ext cx="5404104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7648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ST-C-22   •   Carpet   •   +91 7976943373</a:t>
            </a:r>
          </a:p>
        </p:txBody>
      </p:sp>
      <p:pic>
        <p:nvPicPr>
          <p:cNvPr id="7" name="Picture 6" descr="carpet-2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404104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ST-C-23   •   Carpet   •   +91 7976943373</a:t>
            </a:r>
          </a:p>
        </p:txBody>
      </p:sp>
      <p:pic>
        <p:nvPicPr>
          <p:cNvPr id="9" name="Picture 8" descr="carpet-2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657600"/>
            <a:ext cx="5404104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7648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ST-C-24   •   Carpet   •   +91 7976943373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6259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0E0E"/>
                </a:solidFill>
                <a:latin typeface="Calibri"/>
              </a:defRPr>
            </a:pPr>
            <a:r>
              <a:t>Carpets  (25–28 of 31)</a:t>
            </a:r>
          </a:p>
        </p:txBody>
      </p:sp>
      <p:pic>
        <p:nvPicPr>
          <p:cNvPr id="3" name="Picture 2" descr="carpet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5404104" cy="2240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ST-C-25   •   Carpet   •   +91 7976943373</a:t>
            </a:r>
          </a:p>
        </p:txBody>
      </p:sp>
      <p:pic>
        <p:nvPicPr>
          <p:cNvPr id="5" name="Picture 4" descr="carpet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868680"/>
            <a:ext cx="5404104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7648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ST-C-26   •   Carpet   •   +91 7976943373</a:t>
            </a:r>
          </a:p>
        </p:txBody>
      </p:sp>
      <p:pic>
        <p:nvPicPr>
          <p:cNvPr id="7" name="Picture 6" descr="carpet-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404104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ST-C-27   •   Carpet   •   +91 7976943373</a:t>
            </a:r>
          </a:p>
        </p:txBody>
      </p:sp>
      <p:pic>
        <p:nvPicPr>
          <p:cNvPr id="9" name="Picture 8" descr="carpet-0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657600"/>
            <a:ext cx="5404104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7648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ST-C-28   •   Carpet   •   +91 7976943373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6259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0E0E"/>
                </a:solidFill>
                <a:latin typeface="Calibri"/>
              </a:defRPr>
            </a:pPr>
            <a:r>
              <a:t>Carpets  (29–31 of 31)</a:t>
            </a:r>
          </a:p>
        </p:txBody>
      </p:sp>
      <p:pic>
        <p:nvPicPr>
          <p:cNvPr id="3" name="Picture 2" descr="carpet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5404104" cy="2240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ST-C-29   •   Carpet   •   +91 7976943373</a:t>
            </a:r>
          </a:p>
        </p:txBody>
      </p:sp>
      <p:pic>
        <p:nvPicPr>
          <p:cNvPr id="5" name="Picture 4" descr="carpet-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868680"/>
            <a:ext cx="5404104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7648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ST-C-30   •   Carpet   •   +91 7976943373</a:t>
            </a:r>
          </a:p>
        </p:txBody>
      </p:sp>
      <p:pic>
        <p:nvPicPr>
          <p:cNvPr id="7" name="Picture 6" descr="carpet-0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404104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ST-C-31   •   Carpet   •   +91 7976943373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6259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50292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  <a:latin typeface="Calibri"/>
              </a:defRPr>
            </a:pPr>
            <a:r>
              <a:t>FULL CATALOGUE — CATEGORY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DOOR MATS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2971800"/>
            <a:ext cx="941832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9CE7A"/>
                </a:solidFill>
                <a:latin typeface="Calibri"/>
              </a:defRPr>
            </a:pPr>
            <a:r>
              <a:t>14 Designs  •  Anti-skid • Washable  •  Trusted since 1970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3E6C8"/>
                </a:solidFill>
                <a:latin typeface="Calibri"/>
              </a:defRPr>
            </a:pPr>
            <a:r>
              <a:t>Screenshot lekar WhatsApp par bhejein — price turant milega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9CE7A"/>
                </a:solidFill>
                <a:latin typeface="Calibri"/>
                <a:hlinkClick r:id="rId3" action="ppaction://hlinksldjump"/>
              </a:rPr>
              <a:t>← Back to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9CE7A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0E0E"/>
                </a:solidFill>
                <a:latin typeface="Calibri"/>
              </a:defRPr>
            </a:pPr>
            <a:r>
              <a:t>Door Mats  (1–4 of 14)</a:t>
            </a:r>
          </a:p>
        </p:txBody>
      </p:sp>
      <p:pic>
        <p:nvPicPr>
          <p:cNvPr id="3" name="Picture 2" descr="doormat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5404104" cy="2240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ST-D-01   •   Door Mat   •   +91 7976943373</a:t>
            </a:r>
          </a:p>
        </p:txBody>
      </p:sp>
      <p:pic>
        <p:nvPicPr>
          <p:cNvPr id="5" name="Picture 4" descr="doormat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868680"/>
            <a:ext cx="5404104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7648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ST-D-02   •   Door Mat   •   +91 7976943373</a:t>
            </a:r>
          </a:p>
        </p:txBody>
      </p:sp>
      <p:pic>
        <p:nvPicPr>
          <p:cNvPr id="7" name="Picture 6" descr="doormat-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404104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ST-D-03   •   Door Mat   •   +91 7976943373</a:t>
            </a:r>
          </a:p>
        </p:txBody>
      </p:sp>
      <p:pic>
        <p:nvPicPr>
          <p:cNvPr id="9" name="Picture 8" descr="doormat-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657600"/>
            <a:ext cx="5404104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7648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ST-D-04   •   Door Mat   •   +91 7976943373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6259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0E0E"/>
                </a:solidFill>
                <a:latin typeface="Calibri"/>
              </a:defRPr>
            </a:pPr>
            <a:r>
              <a:t>Door Mats  (5–8 of 14)</a:t>
            </a:r>
          </a:p>
        </p:txBody>
      </p:sp>
      <p:pic>
        <p:nvPicPr>
          <p:cNvPr id="3" name="Picture 2" descr="doormat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5404104" cy="2240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ST-D-05   •   Door Mat   •   +91 7976943373</a:t>
            </a:r>
          </a:p>
        </p:txBody>
      </p:sp>
      <p:pic>
        <p:nvPicPr>
          <p:cNvPr id="5" name="Picture 4" descr="doormat-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868680"/>
            <a:ext cx="5404104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7648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ST-D-06   •   Door Mat   •   +91 7976943373</a:t>
            </a:r>
          </a:p>
        </p:txBody>
      </p:sp>
      <p:pic>
        <p:nvPicPr>
          <p:cNvPr id="7" name="Picture 6" descr="doormat-0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404104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ST-D-07   •   Door Mat   •   +91 7976943373</a:t>
            </a:r>
          </a:p>
        </p:txBody>
      </p:sp>
      <p:pic>
        <p:nvPicPr>
          <p:cNvPr id="9" name="Picture 8" descr="doormat-0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657600"/>
            <a:ext cx="5404104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7648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ST-D-08   •   Door Mat   •   +91 7976943373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6259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0E0E"/>
                </a:solidFill>
                <a:latin typeface="Calibri"/>
              </a:defRPr>
            </a:pPr>
            <a:r>
              <a:t>Door Mats  (9–12 of 14)</a:t>
            </a:r>
          </a:p>
        </p:txBody>
      </p:sp>
      <p:pic>
        <p:nvPicPr>
          <p:cNvPr id="3" name="Picture 2" descr="doormat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5404104" cy="2240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ST-D-09   •   Door Mat   •   +91 7976943373</a:t>
            </a:r>
          </a:p>
        </p:txBody>
      </p:sp>
      <p:pic>
        <p:nvPicPr>
          <p:cNvPr id="5" name="Picture 4" descr="doormat-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868680"/>
            <a:ext cx="5404104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7648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ST-D-10   •   Door Mat   •   +91 7976943373</a:t>
            </a:r>
          </a:p>
        </p:txBody>
      </p:sp>
      <p:pic>
        <p:nvPicPr>
          <p:cNvPr id="7" name="Picture 6" descr="doormat-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404104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ST-D-11   •   Door Mat   •   +91 7976943373</a:t>
            </a:r>
          </a:p>
        </p:txBody>
      </p:sp>
      <p:pic>
        <p:nvPicPr>
          <p:cNvPr id="9" name="Picture 8" descr="doormat-1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657600"/>
            <a:ext cx="5404104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7648" y="594360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ST-D-12   •   Door Mat   •   +91 7976943373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6259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0E0E"/>
                </a:solidFill>
                <a:latin typeface="Calibri"/>
              </a:defRPr>
            </a:pPr>
            <a:r>
              <a:t>Door Mats  (13–14 of 14)</a:t>
            </a:r>
          </a:p>
        </p:txBody>
      </p:sp>
      <p:pic>
        <p:nvPicPr>
          <p:cNvPr id="3" name="Picture 2" descr="doormat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5404104" cy="2240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ST-D-13   •   Door Mat   •   +91 7976943373</a:t>
            </a:r>
          </a:p>
        </p:txBody>
      </p:sp>
      <p:pic>
        <p:nvPicPr>
          <p:cNvPr id="5" name="Picture 4" descr="doormat-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868680"/>
            <a:ext cx="5404104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7648" y="3154680"/>
            <a:ext cx="5404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0E0E"/>
                </a:solidFill>
                <a:latin typeface="Calibri"/>
              </a:defRPr>
            </a:pPr>
            <a:r>
              <a:t>ST-D-14   •   Door Mat   •   +91 7976943373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6259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0E0E"/>
                </a:solidFill>
                <a:latin typeface="Calibri"/>
              </a:defRPr>
            </a:pPr>
            <a:r>
              <a:t>WHY BUY FROM US  •  GOOD TO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A0E0E"/>
                </a:solidFill>
                <a:latin typeface="Calibri"/>
              </a:defRPr>
            </a:pPr>
            <a:r>
              <a:t>Simple, honest retail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0E0E"/>
                </a:solidFill>
                <a:latin typeface="Calibri"/>
              </a:defRPr>
            </a:pPr>
            <a:r>
              <a:t>◈  True wholesale pricing — no middlemen</a:t>
            </a:r>
            <a:br/>
            <a:r>
              <a:t>▣  Ready stock — 45+ designs in shop</a:t>
            </a:r>
            <a:br/>
            <a:r>
              <a:t>✆  WhatsApp ordering — send SKU photo</a:t>
            </a:r>
            <a:br/>
            <a:r>
              <a:t>⬣  All-India delivery — homes &amp;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0E0E"/>
                </a:solidFill>
                <a:latin typeface="Calibri"/>
              </a:defRPr>
            </a:pPr>
            <a:r>
              <a:t>Q: Carpet by the metre for events?</a:t>
            </a:r>
            <a:br/>
            <a:r>
              <a:t>A: Yes — share length × width.</a:t>
            </a:r>
            <a:br/>
            <a:br/>
            <a:r>
              <a:t>Q: All-India delivery?</a:t>
            </a:r>
            <a:br/>
            <a:r>
              <a:t>A: Yes, transport/courier on actuals.</a:t>
            </a:r>
            <a:br/>
            <a:br/>
            <a:r>
              <a:t>Q: Exact colours?</a:t>
            </a:r>
            <a:br/>
            <a:r>
              <a:t>A: Real-stock photos; slight lot variation.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0E0E"/>
                </a:solidFill>
                <a:latin typeface="Calibri"/>
              </a:defRPr>
            </a:pPr>
            <a:r>
              <a:t>Open Daily 9 AM – 9 PM  •  Serving Since 1970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6259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54864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7830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A227"/>
                </a:solidFill>
                <a:latin typeface="Calibri"/>
              </a:defRPr>
            </a:pPr>
            <a:r>
              <a:t>VISIT  •  CALL  •  WHATSAPP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Sunita Traders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3108960"/>
            <a:ext cx="941832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3E6C8"/>
                </a:solidFill>
                <a:latin typeface="Calibri"/>
              </a:defRPr>
            </a:pPr>
            <a:r>
              <a:t>Shop No. 228, Badi Choupad, Tripolia Bazar, Biseswarji, Jaipur 302002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CE7A"/>
                </a:solidFill>
                <a:latin typeface="Calibri"/>
              </a:defRPr>
            </a:pPr>
            <a:r>
              <a:t>📞  +91 7976943373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3E6C8"/>
                </a:solidFill>
                <a:latin typeface="Calibri"/>
              </a:defRPr>
            </a:pPr>
            <a:r>
              <a:t>WhatsApp: wa.me/917976943373  •  Hours: Mon–Sun, 9 AM – 9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A227"/>
                </a:solidFill>
                <a:latin typeface="Calibri"/>
              </a:defRPr>
            </a:pPr>
            <a:r>
              <a:t>Serving Since 1970  •  All-India Delivery  •  Thank You! 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9CE7A"/>
                </a:solidFill>
                <a:latin typeface="Calibri"/>
              </a:defRPr>
            </a:pPr>
            <a:r>
              <a:t>Sunita Traders • Since 1970 • Shop No. 228, Badi Choupad, Tripolia Bazar, Biseswarji, Jaipur 302002 • +91 7976943373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